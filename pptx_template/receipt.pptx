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157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94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09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252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9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60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60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06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61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51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77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459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57F1F-6AD3-48BA-9D8A-5006C0034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8F213-4324-4FEA-A0EB-7703771530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67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D32B954-8DAB-4091-8FA5-03958E1C1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558144"/>
              </p:ext>
            </p:extLst>
          </p:nvPr>
        </p:nvGraphicFramePr>
        <p:xfrm>
          <a:off x="951979" y="1677634"/>
          <a:ext cx="5022922" cy="434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83">
                  <a:extLst>
                    <a:ext uri="{9D8B030D-6E8A-4147-A177-3AD203B41FA5}">
                      <a16:colId xmlns:a16="http://schemas.microsoft.com/office/drawing/2014/main" val="3117316995"/>
                    </a:ext>
                  </a:extLst>
                </a:gridCol>
                <a:gridCol w="1029536">
                  <a:extLst>
                    <a:ext uri="{9D8B030D-6E8A-4147-A177-3AD203B41FA5}">
                      <a16:colId xmlns:a16="http://schemas.microsoft.com/office/drawing/2014/main" val="2232550362"/>
                    </a:ext>
                  </a:extLst>
                </a:gridCol>
                <a:gridCol w="1417327">
                  <a:extLst>
                    <a:ext uri="{9D8B030D-6E8A-4147-A177-3AD203B41FA5}">
                      <a16:colId xmlns:a16="http://schemas.microsoft.com/office/drawing/2014/main" val="3529724133"/>
                    </a:ext>
                  </a:extLst>
                </a:gridCol>
                <a:gridCol w="551145">
                  <a:extLst>
                    <a:ext uri="{9D8B030D-6E8A-4147-A177-3AD203B41FA5}">
                      <a16:colId xmlns:a16="http://schemas.microsoft.com/office/drawing/2014/main" val="19393449"/>
                    </a:ext>
                  </a:extLst>
                </a:gridCol>
                <a:gridCol w="1465531">
                  <a:extLst>
                    <a:ext uri="{9D8B030D-6E8A-4147-A177-3AD203B41FA5}">
                      <a16:colId xmlns:a16="http://schemas.microsoft.com/office/drawing/2014/main" val="2905745208"/>
                    </a:ext>
                  </a:extLst>
                </a:gridCol>
              </a:tblGrid>
              <a:tr h="54370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</a:t>
                      </a:r>
                      <a:endParaRPr lang="en-US" altLang="ko-KR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급</a:t>
                      </a:r>
                      <a:endParaRPr lang="en-US" altLang="ko-KR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</a:t>
                      </a:r>
                      <a:endParaRPr lang="en-US" altLang="ko-KR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 업 자</a:t>
                      </a:r>
                      <a:endParaRPr lang="en-US" altLang="ko-KR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등록번호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291-88-00787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724313"/>
                  </a:ext>
                </a:extLst>
              </a:tr>
              <a:tr h="54370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     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㈜유니스코프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성명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오진석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603579"/>
                  </a:ext>
                </a:extLst>
              </a:tr>
              <a:tr h="5437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 업 장</a:t>
                      </a:r>
                      <a:endParaRPr lang="en-US" altLang="ko-KR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재 지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서울특별시 강서구 마곡서로 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152, 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두산더랜드타워 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 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 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519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719"/>
                  </a:ext>
                </a:extLst>
              </a:tr>
              <a:tr h="54370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     태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종목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온라인정보제공</a:t>
                      </a:r>
                      <a:endParaRPr lang="en-US" altLang="ko-KR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교육서비스 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047139"/>
                  </a:ext>
                </a:extLst>
              </a:tr>
              <a:tr h="5436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공</a:t>
                      </a:r>
                      <a:endParaRPr lang="en-US" altLang="ko-KR"/>
                    </a:p>
                    <a:p>
                      <a:pPr algn="ctr" latinLnBrk="1"/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급</a:t>
                      </a:r>
                      <a:endParaRPr lang="en-US" altLang="ko-KR"/>
                    </a:p>
                    <a:p>
                      <a:pPr algn="ctr" latinLnBrk="1"/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받</a:t>
                      </a:r>
                      <a:endParaRPr lang="en-US" altLang="ko-KR"/>
                    </a:p>
                    <a:p>
                      <a:pPr algn="ctr" latinLnBrk="1"/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는</a:t>
                      </a:r>
                      <a:endParaRPr lang="en-US" altLang="ko-KR"/>
                    </a:p>
                    <a:p>
                      <a:pPr algn="ctr" latinLnBrk="1"/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자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     명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성명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11413"/>
                  </a:ext>
                </a:extLst>
              </a:tr>
              <a:tr h="5436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연수과정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ko-KR" alt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연수명</a:t>
                      </a:r>
                      <a:r>
                        <a:rPr lang="en-US" altLang="ko-KR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31986"/>
                  </a:ext>
                </a:extLst>
              </a:tr>
              <a:tr h="5436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연수기간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연수기간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en-US" altLang="ko-KR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095059"/>
                  </a:ext>
                </a:extLst>
              </a:tr>
              <a:tr h="5436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연수금액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35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50,000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9290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044AD54-E0A3-4B9F-B11B-88930F4E85F0}"/>
              </a:ext>
            </a:extLst>
          </p:cNvPr>
          <p:cNvSpPr txBox="1"/>
          <p:nvPr/>
        </p:nvSpPr>
        <p:spPr>
          <a:xfrm>
            <a:off x="2642566" y="753498"/>
            <a:ext cx="15728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b="1" dirty="0">
                <a:latin typeface="바탕" panose="02030600000101010101" pitchFamily="18" charset="-127"/>
                <a:ea typeface="바탕" panose="02030600000101010101" pitchFamily="18" charset="-127"/>
              </a:rPr>
              <a:t>영 수 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48663-4A48-4FE9-B309-0D55D5DA4745}"/>
              </a:ext>
            </a:extLst>
          </p:cNvPr>
          <p:cNvSpPr txBox="1"/>
          <p:nvPr/>
        </p:nvSpPr>
        <p:spPr>
          <a:xfrm>
            <a:off x="2331583" y="6702885"/>
            <a:ext cx="219483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500"/>
              <a:t>상기금액을 정히 영수함</a:t>
            </a:r>
            <a:endParaRPr lang="en-US" altLang="ko-KR" sz="1500" dirty="0"/>
          </a:p>
          <a:p>
            <a:pPr algn="ctr"/>
            <a:endParaRPr lang="en-US" altLang="ko-KR" sz="15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363B74-34EF-44FF-B3AF-20BCB15CC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01" y="7466420"/>
            <a:ext cx="4224078" cy="15135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2EA687B-10E6-4637-BBA4-05DCA261A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148" y="2247814"/>
            <a:ext cx="572631" cy="49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460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2829</TotalTime>
  <Words>67</Words>
  <Application>Microsoft Office PowerPoint</Application>
  <PresentationFormat>A4 용지(210x297mm)</PresentationFormat>
  <Paragraphs>39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바탕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연옥</dc:creator>
  <cp:lastModifiedBy>김동영</cp:lastModifiedBy>
  <cp:revision>104</cp:revision>
  <dcterms:created xsi:type="dcterms:W3CDTF">2021-02-01T02:26:40Z</dcterms:created>
  <dcterms:modified xsi:type="dcterms:W3CDTF">2026-06-11T12:50:57Z</dcterms:modified>
</cp:coreProperties>
</file>